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7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120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/>
              <a:t>Stock Price Prediction using LSTM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a model to predict stock prices using past historical data.</a:t>
            </a:r>
          </a:p>
          <a:p>
            <a:r>
              <a:t>• Use LSTM (Long Short-Term Memory) for time-series forecasting.</a:t>
            </a:r>
          </a:p>
          <a:p>
            <a:r>
              <a:t>• Visualize predictions and analyze performance.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fetched using yfinance library.</a:t>
            </a:r>
          </a:p>
          <a:p>
            <a:r>
              <a:t>• Stock chosen: Apple (AAPL).</a:t>
            </a:r>
          </a:p>
          <a:p>
            <a:r>
              <a:t>• Date range: 2020–2024.</a:t>
            </a:r>
          </a:p>
          <a:p>
            <a:r>
              <a:t>• Columns: Open, High, Low, Close, Volume.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Acquisition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Flattened multi-index column names.</a:t>
            </a:r>
          </a:p>
          <a:p>
            <a:r>
              <a:t>• Selected 'close' price for prediction.</a:t>
            </a:r>
          </a:p>
          <a:p>
            <a:r>
              <a:t>• Scaled values using MinMaxScaler (0–1 range).</a:t>
            </a:r>
          </a:p>
          <a:p>
            <a:r>
              <a:t>• Created 60-day look-back sequences.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Converted scaled data into (X, y) form.</a:t>
            </a:r>
          </a:p>
          <a:p>
            <a:r>
              <a:t>• X = previous 60 days' prices.</a:t>
            </a:r>
          </a:p>
          <a:p>
            <a:r>
              <a:t>• y = next day price.</a:t>
            </a:r>
          </a:p>
          <a:p>
            <a:r>
              <a:t>• Reshaped X into 3D for LSTM: (samples, 60, 1).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Preparation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smtClean="0"/>
              <a:t>Layer </a:t>
            </a:r>
            <a:r>
              <a:rPr dirty="0"/>
              <a:t>1: LSTM(50 units, </a:t>
            </a:r>
            <a:r>
              <a:rPr dirty="0" err="1"/>
              <a:t>return_sequences</a:t>
            </a:r>
            <a:r>
              <a:rPr dirty="0"/>
              <a:t>=True).</a:t>
            </a:r>
          </a:p>
          <a:p>
            <a:r>
              <a:rPr dirty="0" smtClean="0"/>
              <a:t>Dropout(0.2</a:t>
            </a:r>
            <a:r>
              <a:rPr dirty="0"/>
              <a:t>).</a:t>
            </a:r>
          </a:p>
          <a:p>
            <a:r>
              <a:rPr dirty="0" smtClean="0"/>
              <a:t>Layer </a:t>
            </a:r>
            <a:r>
              <a:rPr dirty="0"/>
              <a:t>2: LSTM(50 units).</a:t>
            </a:r>
          </a:p>
          <a:p>
            <a:r>
              <a:rPr dirty="0" smtClean="0"/>
              <a:t>Dropout(0.2</a:t>
            </a:r>
            <a:r>
              <a:rPr dirty="0"/>
              <a:t>).</a:t>
            </a:r>
          </a:p>
          <a:p>
            <a:r>
              <a:rPr dirty="0" smtClean="0"/>
              <a:t>Output</a:t>
            </a:r>
            <a:r>
              <a:rPr dirty="0"/>
              <a:t>: Dense(1).</a:t>
            </a:r>
          </a:p>
          <a:p>
            <a:r>
              <a:rPr dirty="0" smtClean="0"/>
              <a:t>Loss</a:t>
            </a:r>
            <a:r>
              <a:rPr dirty="0"/>
              <a:t>: Mean Squared Error.</a:t>
            </a:r>
          </a:p>
          <a:p>
            <a:r>
              <a:rPr dirty="0" smtClean="0"/>
              <a:t> </a:t>
            </a:r>
            <a:r>
              <a:rPr dirty="0"/>
              <a:t>Optimizer: Adam.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LSTM Model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These are the results after training the model.</a:t>
            </a:r>
          </a:p>
          <a:p>
            <a:pPr marL="68580" indent="0">
              <a:buNone/>
            </a:pPr>
            <a:endParaRPr lang="en-US" dirty="0"/>
          </a:p>
          <a:p>
            <a:r>
              <a:rPr lang="en-US" dirty="0" smtClean="0"/>
              <a:t>Root Mean Squared Error</a:t>
            </a:r>
            <a:r>
              <a:rPr dirty="0" smtClean="0"/>
              <a:t> </a:t>
            </a:r>
            <a:r>
              <a:rPr dirty="0"/>
              <a:t>(Train): 4.14</a:t>
            </a:r>
          </a:p>
          <a:p>
            <a:r>
              <a:rPr dirty="0" smtClean="0"/>
              <a:t>R</a:t>
            </a:r>
            <a:r>
              <a:rPr lang="en-US" dirty="0" smtClean="0"/>
              <a:t>oot Squared Mean Error</a:t>
            </a:r>
            <a:r>
              <a:rPr dirty="0" smtClean="0"/>
              <a:t>(Test</a:t>
            </a:r>
            <a:r>
              <a:rPr dirty="0"/>
              <a:t>): </a:t>
            </a:r>
            <a:r>
              <a:rPr dirty="0" smtClean="0"/>
              <a:t>3.85</a:t>
            </a:r>
            <a:endParaRPr lang="en-US" dirty="0"/>
          </a:p>
          <a:p>
            <a:endParaRPr dirty="0"/>
          </a:p>
          <a:p>
            <a:r>
              <a:rPr dirty="0" smtClean="0"/>
              <a:t>Indicates </a:t>
            </a:r>
            <a:r>
              <a:rPr dirty="0"/>
              <a:t>good fit with minimal </a:t>
            </a:r>
            <a:r>
              <a:rPr dirty="0" err="1"/>
              <a:t>overfitting</a:t>
            </a:r>
            <a:r>
              <a:rPr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Plotting the stock price prediction </a:t>
            </a:r>
            <a:endParaRPr dirty="0"/>
          </a:p>
          <a:p>
            <a:r>
              <a:rPr dirty="0" smtClean="0"/>
              <a:t> Train </a:t>
            </a:r>
            <a:r>
              <a:rPr dirty="0"/>
              <a:t>predictions track historical trend well.</a:t>
            </a:r>
          </a:p>
          <a:p>
            <a:r>
              <a:rPr dirty="0" smtClean="0"/>
              <a:t> </a:t>
            </a:r>
            <a:r>
              <a:rPr dirty="0"/>
              <a:t>Test predictions closely follow actual trend.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Visualization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1085850"/>
            <a:ext cx="8048625" cy="468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5598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 </a:t>
            </a:r>
            <a:r>
              <a:rPr dirty="0"/>
              <a:t>Complete ML pipeline built successfully.</a:t>
            </a:r>
          </a:p>
          <a:p>
            <a:r>
              <a:rPr dirty="0" smtClean="0"/>
              <a:t>LSTM </a:t>
            </a:r>
            <a:r>
              <a:rPr dirty="0"/>
              <a:t>performs well on stock time-series.</a:t>
            </a:r>
          </a:p>
          <a:p>
            <a:r>
              <a:rPr dirty="0" smtClean="0"/>
              <a:t>Future </a:t>
            </a:r>
            <a:r>
              <a:rPr dirty="0"/>
              <a:t>ideas:</a:t>
            </a:r>
          </a:p>
          <a:p>
            <a:r>
              <a:rPr dirty="0" smtClean="0"/>
              <a:t>Add </a:t>
            </a:r>
            <a:r>
              <a:rPr dirty="0"/>
              <a:t>technical indicators (RSI, MACD).</a:t>
            </a:r>
          </a:p>
          <a:p>
            <a:r>
              <a:rPr dirty="0" smtClean="0"/>
              <a:t>Use </a:t>
            </a:r>
            <a:r>
              <a:rPr dirty="0"/>
              <a:t>GRU / </a:t>
            </a:r>
            <a:r>
              <a:rPr dirty="0" smtClean="0"/>
              <a:t>Bi</a:t>
            </a:r>
            <a:r>
              <a:rPr lang="en-US" dirty="0" smtClean="0"/>
              <a:t> </a:t>
            </a:r>
            <a:r>
              <a:rPr dirty="0" smtClean="0"/>
              <a:t>LSTM </a:t>
            </a:r>
            <a:r>
              <a:rPr dirty="0"/>
              <a:t>/ Transformer models.</a:t>
            </a:r>
          </a:p>
          <a:p>
            <a:r>
              <a:rPr dirty="0" smtClean="0"/>
              <a:t>Multi-feature </a:t>
            </a:r>
            <a:r>
              <a:rPr dirty="0"/>
              <a:t>model (Open, High, Low, Volume).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Summary &amp; Future Improvements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NAME: VIKAS DEV PANDEY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(BTECH-CSE)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ROLL NUMBER: 22150050022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smtClean="0"/>
              <a:t>-:Thank You:-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0902628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21</TotalTime>
  <Words>310</Words>
  <Application>Microsoft Office PowerPoint</Application>
  <PresentationFormat>On-screen Show (4:3)</PresentationFormat>
  <Paragraphs>54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Concourse</vt:lpstr>
      <vt:lpstr>Stock Price Prediction using LSTM</vt:lpstr>
      <vt:lpstr>Project Goal</vt:lpstr>
      <vt:lpstr>Data Acquisition</vt:lpstr>
      <vt:lpstr>Data Preprocessing</vt:lpstr>
      <vt:lpstr>Sequence Preparation</vt:lpstr>
      <vt:lpstr>LSTM Model Architecture</vt:lpstr>
      <vt:lpstr>Evaluation Results</vt:lpstr>
      <vt:lpstr>Visualization</vt:lpstr>
      <vt:lpstr>PowerPoint Presentation</vt:lpstr>
      <vt:lpstr>Summary &amp; Future Improvements</vt:lpstr>
      <vt:lpstr>  -:Thank You:-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Price Prediction using LSTM</dc:title>
  <dc:creator>Dell</dc:creator>
  <dc:description>generated using python-pptx</dc:description>
  <cp:lastModifiedBy>Dell</cp:lastModifiedBy>
  <cp:revision>3</cp:revision>
  <dcterms:created xsi:type="dcterms:W3CDTF">2013-01-27T09:14:16Z</dcterms:created>
  <dcterms:modified xsi:type="dcterms:W3CDTF">2025-11-21T17:08:15Z</dcterms:modified>
</cp:coreProperties>
</file>